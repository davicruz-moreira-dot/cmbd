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4292796-93D8-405C-AF98-FBB9ED9D3FB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78C6881-EA4B-4325-855C-B7F43DFFB50F}" type="slidenum">
              <a:rPr lang="pt-BR" smtClean="0"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2200" dirty="0" smtClean="0"/>
              <a:t/>
            </a:r>
            <a:br>
              <a:rPr lang="pt-BR" sz="2200" dirty="0" smtClean="0"/>
            </a:br>
            <a:r>
              <a:rPr lang="pt-BR" sz="2200" dirty="0" smtClean="0"/>
              <a:t>SENAI </a:t>
            </a:r>
            <a:r>
              <a:rPr lang="pt-BR" sz="2200" dirty="0" smtClean="0"/>
              <a:t>– Unidade Videira – SC </a:t>
            </a:r>
            <a:br>
              <a:rPr lang="pt-BR" sz="2200" dirty="0" smtClean="0"/>
            </a:br>
            <a:r>
              <a:rPr lang="pt-BR" sz="2200" dirty="0" smtClean="0"/>
              <a:t>Curso: Programador de Sistemas da Informação </a:t>
            </a:r>
            <a:br>
              <a:rPr lang="pt-BR" sz="2200" dirty="0" smtClean="0"/>
            </a:br>
            <a:r>
              <a:rPr lang="pt-BR" sz="2200" dirty="0" smtClean="0"/>
              <a:t>Disciplina: Lógica de Programação </a:t>
            </a:r>
            <a:br>
              <a:rPr lang="pt-BR" sz="2200" dirty="0" smtClean="0"/>
            </a:br>
            <a:r>
              <a:rPr lang="pt-BR" sz="2200" dirty="0" smtClean="0"/>
              <a:t>Docente: Lucas de Mattos </a:t>
            </a:r>
            <a:br>
              <a:rPr lang="pt-BR" sz="2200" dirty="0" smtClean="0"/>
            </a:br>
            <a:r>
              <a:rPr lang="pt-BR" sz="2200" dirty="0" smtClean="0"/>
              <a:t>Aluno: Davi da Cruz Moreira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800" dirty="0" smtClean="0"/>
              <a:t>RELATÓRIO DE BANCO DE DADOS</a:t>
            </a:r>
            <a:br>
              <a:rPr lang="pt-BR" sz="2800" dirty="0" smtClean="0"/>
            </a:br>
            <a:endParaRPr lang="pt-BR" dirty="0"/>
          </a:p>
        </p:txBody>
      </p:sp>
      <p:pic>
        <p:nvPicPr>
          <p:cNvPr id="28676" name="Picture 4" descr="Bancos de dados: Conheça quais são os seus tipos! - Driven Educ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714752"/>
            <a:ext cx="5715000" cy="2857500"/>
          </a:xfrm>
          <a:prstGeom prst="rect">
            <a:avLst/>
          </a:prstGeom>
          <a:noFill/>
        </p:spPr>
      </p:pic>
      <p:pic>
        <p:nvPicPr>
          <p:cNvPr id="28678" name="Picture 6" descr="SENAI Maravilha | Maravilha S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000108"/>
            <a:ext cx="3000396" cy="1643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Introdução</a:t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O </a:t>
            </a:r>
            <a:r>
              <a:rPr lang="pt-BR" b="1" dirty="0" smtClean="0"/>
              <a:t>que foi desenvolvido?</a:t>
            </a:r>
            <a:endParaRPr lang="pt-BR" dirty="0" smtClean="0"/>
          </a:p>
          <a:p>
            <a:r>
              <a:rPr lang="pt-BR" dirty="0" smtClean="0"/>
              <a:t>Exercícios práticos com banco de dados </a:t>
            </a:r>
          </a:p>
          <a:p>
            <a:r>
              <a:rPr lang="pt-BR" dirty="0" smtClean="0"/>
              <a:t>Criação e organização de tabelas </a:t>
            </a:r>
          </a:p>
          <a:p>
            <a:r>
              <a:rPr lang="pt-BR" dirty="0" smtClean="0"/>
              <a:t>Inserção e consulta de informações </a:t>
            </a:r>
          </a:p>
          <a:p>
            <a:r>
              <a:rPr lang="pt-BR" dirty="0" smtClean="0"/>
              <a:t>Utilização de recursos do </a:t>
            </a:r>
            <a:r>
              <a:rPr lang="pt-BR" dirty="0" err="1" smtClean="0"/>
              <a:t>MySQL</a:t>
            </a:r>
            <a:r>
              <a:rPr lang="pt-BR" dirty="0" smtClean="0"/>
              <a:t> </a:t>
            </a:r>
          </a:p>
          <a:p>
            <a:r>
              <a:rPr lang="pt-BR" dirty="0" smtClean="0"/>
              <a:t>Criação de consultas e automatizações</a:t>
            </a:r>
          </a:p>
          <a:p>
            <a:endParaRPr lang="pt-BR" dirty="0"/>
          </a:p>
        </p:txBody>
      </p:sp>
      <p:sp>
        <p:nvSpPr>
          <p:cNvPr id="4098" name="AutoShape 2" descr="Arquivo SQL para criação de uma tabela CONTAGEM no banco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0" name="AutoShape 4" descr="Arquivo SQL para criação de uma tabela CONTAGEM no banco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2" name="AutoShape 6" descr="Arquivo SQL para criação de uma tabela CONTAGEM no ban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4786322"/>
            <a:ext cx="4346162" cy="178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29642" cy="136759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b="1" dirty="0" smtClean="0"/>
              <a:t> Tipo de Banco de Dados</a:t>
            </a:r>
            <a:br>
              <a:rPr lang="pt-BR" b="1" dirty="0" smtClean="0"/>
            </a:br>
            <a:r>
              <a:rPr lang="pt-BR" b="1" dirty="0" err="1" smtClean="0"/>
              <a:t>MySQL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357430"/>
            <a:ext cx="7358114" cy="3967170"/>
          </a:xfrm>
        </p:spPr>
        <p:txBody>
          <a:bodyPr>
            <a:normAutofit/>
          </a:bodyPr>
          <a:lstStyle/>
          <a:p>
            <a:r>
              <a:rPr lang="pt-BR" dirty="0" smtClean="0"/>
              <a:t>SGBD </a:t>
            </a:r>
            <a:r>
              <a:rPr lang="pt-BR" dirty="0" smtClean="0"/>
              <a:t>Relacional </a:t>
            </a:r>
          </a:p>
          <a:p>
            <a:r>
              <a:rPr lang="pt-BR" dirty="0" smtClean="0"/>
              <a:t>Dados organizados em tabelas </a:t>
            </a:r>
          </a:p>
          <a:p>
            <a:r>
              <a:rPr lang="pt-BR" dirty="0" smtClean="0"/>
              <a:t>Utilização da linguagem SQL </a:t>
            </a:r>
          </a:p>
          <a:p>
            <a:r>
              <a:rPr lang="pt-BR" dirty="0" smtClean="0"/>
              <a:t>Relacionamento entre tabelas </a:t>
            </a:r>
          </a:p>
          <a:p>
            <a:r>
              <a:rPr lang="pt-BR" dirty="0" smtClean="0"/>
              <a:t>Fácil organização e consulta dos dados </a:t>
            </a:r>
          </a:p>
          <a:p>
            <a:r>
              <a:rPr lang="pt-BR" b="1" dirty="0" smtClean="0"/>
              <a:t>Principais comandos: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CREATE • INSERT • SELECT • UPDATE • DELETE</a:t>
            </a:r>
          </a:p>
          <a:p>
            <a:endParaRPr lang="pt-BR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1857364"/>
            <a:ext cx="3798430" cy="2456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115328" cy="1571636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> </a:t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> </a:t>
            </a:r>
            <a:br>
              <a:rPr lang="pt-BR" b="1" dirty="0" smtClean="0"/>
            </a:br>
            <a:r>
              <a:rPr lang="pt-BR" sz="3100" b="1" dirty="0" smtClean="0"/>
              <a:t>Tabelas</a:t>
            </a:r>
            <a:r>
              <a:rPr lang="pt-BR" sz="3100" b="1" dirty="0" smtClean="0"/>
              <a:t/>
            </a:r>
            <a:br>
              <a:rPr lang="pt-BR" sz="3100" b="1" dirty="0" smtClean="0"/>
            </a:br>
            <a:r>
              <a:rPr lang="pt-BR" sz="3100" b="1" dirty="0" smtClean="0"/>
              <a:t>Principais tabelas utilizadas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pic>
        <p:nvPicPr>
          <p:cNvPr id="2049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4106" y="1928802"/>
            <a:ext cx="7944821" cy="3796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Relacionamento</a:t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Como </a:t>
            </a:r>
            <a:r>
              <a:rPr lang="pt-BR" b="1" dirty="0" smtClean="0"/>
              <a:t>as tabelas se relacionam?</a:t>
            </a:r>
            <a:endParaRPr lang="pt-BR" dirty="0" smtClean="0"/>
          </a:p>
          <a:p>
            <a:r>
              <a:rPr lang="pt-BR" dirty="0" smtClean="0"/>
              <a:t>Compras → Fornecedores </a:t>
            </a:r>
          </a:p>
          <a:p>
            <a:r>
              <a:rPr lang="pt-BR" dirty="0" smtClean="0"/>
              <a:t>Compras → Produtos </a:t>
            </a:r>
          </a:p>
          <a:p>
            <a:r>
              <a:rPr lang="pt-BR" dirty="0" smtClean="0"/>
              <a:t>Pedidos → Clientes </a:t>
            </a:r>
          </a:p>
          <a:p>
            <a:r>
              <a:rPr lang="pt-BR" dirty="0" smtClean="0"/>
              <a:t>Pedidos → Produtos </a:t>
            </a:r>
          </a:p>
          <a:p>
            <a:r>
              <a:rPr lang="pt-BR" b="1" dirty="0" smtClean="0"/>
              <a:t>JOIN</a:t>
            </a:r>
            <a:r>
              <a:rPr lang="pt-BR" dirty="0" smtClean="0"/>
              <a:t> é utilizado para consultar informações de diferentes tabelas.</a:t>
            </a:r>
          </a:p>
          <a:p>
            <a:endParaRPr lang="pt-B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2357430"/>
            <a:ext cx="3424697" cy="1943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err="1" smtClean="0"/>
              <a:t>Views</a:t>
            </a:r>
            <a:r>
              <a:rPr lang="pt-BR" b="1" dirty="0" smtClean="0"/>
              <a:t/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O </a:t>
            </a:r>
            <a:r>
              <a:rPr lang="pt-BR" b="1" dirty="0" smtClean="0"/>
              <a:t>que são </a:t>
            </a:r>
            <a:r>
              <a:rPr lang="pt-BR" b="1" dirty="0" err="1" smtClean="0"/>
              <a:t>Views</a:t>
            </a:r>
            <a:r>
              <a:rPr lang="pt-BR" b="1" dirty="0" smtClean="0"/>
              <a:t>?</a:t>
            </a:r>
            <a:endParaRPr lang="pt-BR" dirty="0" smtClean="0"/>
          </a:p>
          <a:p>
            <a:r>
              <a:rPr lang="pt-BR" dirty="0" err="1" smtClean="0"/>
              <a:t>Views</a:t>
            </a:r>
            <a:r>
              <a:rPr lang="pt-BR" dirty="0" smtClean="0"/>
              <a:t> são consultas salvas dentro do banco de dados.</a:t>
            </a:r>
          </a:p>
          <a:p>
            <a:r>
              <a:rPr lang="pt-BR" dirty="0" smtClean="0"/>
              <a:t>Foram utilizadas para facilitar consultas como:</a:t>
            </a:r>
          </a:p>
          <a:p>
            <a:r>
              <a:rPr lang="pt-BR" dirty="0" smtClean="0"/>
              <a:t>Clientes com mais compras </a:t>
            </a:r>
          </a:p>
          <a:p>
            <a:r>
              <a:rPr lang="pt-BR" dirty="0" smtClean="0"/>
              <a:t>Produtos mais vendidos </a:t>
            </a:r>
          </a:p>
          <a:p>
            <a:r>
              <a:rPr lang="pt-BR" dirty="0" smtClean="0"/>
              <a:t>Faturamento </a:t>
            </a:r>
          </a:p>
          <a:p>
            <a:r>
              <a:rPr lang="pt-BR" dirty="0" smtClean="0"/>
              <a:t>Clientes sem compras </a:t>
            </a:r>
          </a:p>
          <a:p>
            <a:r>
              <a:rPr lang="pt-BR" b="1" dirty="0" smtClean="0"/>
              <a:t>Vantagem:</a:t>
            </a:r>
            <a:r>
              <a:rPr lang="pt-BR" dirty="0" smtClean="0"/>
              <a:t> facilita a visualização das informações.</a:t>
            </a:r>
          </a:p>
          <a:p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3357562"/>
            <a:ext cx="2143462" cy="193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Procedures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O que são </a:t>
            </a:r>
            <a:r>
              <a:rPr lang="pt-BR" b="1" dirty="0" err="1" smtClean="0"/>
              <a:t>Procedures</a:t>
            </a:r>
            <a:r>
              <a:rPr lang="pt-BR" b="1" dirty="0" smtClean="0"/>
              <a:t>?</a:t>
            </a:r>
            <a:endParaRPr lang="pt-BR" dirty="0" smtClean="0"/>
          </a:p>
          <a:p>
            <a:r>
              <a:rPr lang="pt-BR" dirty="0" smtClean="0"/>
              <a:t>São comandos SQL armazenados no banco para facilitar tarefas repetitivas.</a:t>
            </a:r>
          </a:p>
          <a:p>
            <a:r>
              <a:rPr lang="pt-BR" b="1" dirty="0" err="1" smtClean="0"/>
              <a:t>Procedures</a:t>
            </a:r>
            <a:r>
              <a:rPr lang="pt-BR" b="1" dirty="0" smtClean="0"/>
              <a:t> desenvolvidas</a:t>
            </a:r>
            <a:r>
              <a:rPr lang="pt-BR" b="1" dirty="0" smtClean="0"/>
              <a:t>:</a:t>
            </a:r>
            <a:endParaRPr lang="pt-BR" dirty="0" smtClean="0"/>
          </a:p>
          <a:p>
            <a:r>
              <a:rPr lang="pt-BR" dirty="0" err="1" smtClean="0"/>
              <a:t>p_inserir_cliente</a:t>
            </a:r>
            <a:r>
              <a:rPr lang="pt-BR" dirty="0" smtClean="0"/>
              <a:t> </a:t>
            </a:r>
          </a:p>
          <a:p>
            <a:r>
              <a:rPr lang="pt-BR" dirty="0" err="1" smtClean="0"/>
              <a:t>p_inserir_produto</a:t>
            </a:r>
            <a:r>
              <a:rPr lang="pt-BR" dirty="0" smtClean="0"/>
              <a:t> </a:t>
            </a:r>
          </a:p>
          <a:p>
            <a:r>
              <a:rPr lang="pt-BR" dirty="0" err="1" smtClean="0"/>
              <a:t>p_inserir_pedidos</a:t>
            </a:r>
            <a:r>
              <a:rPr lang="pt-BR" dirty="0" smtClean="0"/>
              <a:t> </a:t>
            </a:r>
          </a:p>
          <a:p>
            <a:r>
              <a:rPr lang="pt-BR" dirty="0" err="1" smtClean="0"/>
              <a:t>p_inserir_compras</a:t>
            </a:r>
            <a:r>
              <a:rPr lang="pt-BR" dirty="0" smtClean="0"/>
              <a:t> </a:t>
            </a:r>
          </a:p>
          <a:p>
            <a:r>
              <a:rPr lang="pt-BR" b="1" dirty="0" smtClean="0"/>
              <a:t>Objetivo:</a:t>
            </a:r>
            <a:r>
              <a:rPr lang="pt-BR" dirty="0" smtClean="0"/>
              <a:t> facilitar a inserção de informações.</a:t>
            </a:r>
            <a:endParaRPr lang="pt-BR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3000372"/>
            <a:ext cx="3732791" cy="2043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err="1" smtClean="0"/>
              <a:t>Triggers</a:t>
            </a:r>
            <a:r>
              <a:rPr lang="pt-BR" b="1" dirty="0" smtClean="0"/>
              <a:t/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O </a:t>
            </a:r>
            <a:r>
              <a:rPr lang="pt-BR" b="1" dirty="0" smtClean="0"/>
              <a:t>que são </a:t>
            </a:r>
            <a:r>
              <a:rPr lang="pt-BR" b="1" dirty="0" err="1" smtClean="0"/>
              <a:t>Triggers</a:t>
            </a:r>
            <a:r>
              <a:rPr lang="pt-BR" b="1" dirty="0" smtClean="0"/>
              <a:t>?</a:t>
            </a:r>
            <a:endParaRPr lang="pt-BR" dirty="0" smtClean="0"/>
          </a:p>
          <a:p>
            <a:r>
              <a:rPr lang="pt-BR" dirty="0" smtClean="0"/>
              <a:t>São ações executadas automaticamente quando acontece determinado evento no banco.</a:t>
            </a:r>
          </a:p>
          <a:p>
            <a:r>
              <a:rPr lang="pt-BR" b="1" dirty="0" smtClean="0"/>
              <a:t>Utilizações:</a:t>
            </a:r>
            <a:endParaRPr lang="pt-BR" dirty="0" smtClean="0"/>
          </a:p>
          <a:p>
            <a:r>
              <a:rPr lang="pt-BR" dirty="0" smtClean="0"/>
              <a:t>Registrar novos clientes em uma tabela de </a:t>
            </a:r>
            <a:r>
              <a:rPr lang="pt-BR" dirty="0" err="1" smtClean="0"/>
              <a:t>log</a:t>
            </a:r>
            <a:r>
              <a:rPr lang="pt-BR" dirty="0" smtClean="0"/>
              <a:t> </a:t>
            </a:r>
          </a:p>
          <a:p>
            <a:r>
              <a:rPr lang="pt-BR" dirty="0" smtClean="0"/>
              <a:t>Registrar novos fornecedores </a:t>
            </a:r>
          </a:p>
          <a:p>
            <a:r>
              <a:rPr lang="pt-BR" dirty="0" smtClean="0"/>
              <a:t>Atualizar o estoque automaticamente </a:t>
            </a:r>
          </a:p>
          <a:p>
            <a:r>
              <a:rPr lang="pt-BR" dirty="0" smtClean="0"/>
              <a:t>Evitar processos manuais</a:t>
            </a:r>
          </a:p>
          <a:p>
            <a:endParaRPr lang="pt-BR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714356"/>
            <a:ext cx="3767141" cy="177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Principais Recursos</a:t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 smtClean="0"/>
              <a:t>Recursos </a:t>
            </a:r>
            <a:r>
              <a:rPr lang="pt-BR" b="1" dirty="0" smtClean="0"/>
              <a:t>utilizados no </a:t>
            </a:r>
            <a:r>
              <a:rPr lang="pt-BR" b="1" dirty="0" err="1" smtClean="0"/>
              <a:t>MySQL</a:t>
            </a:r>
            <a:endParaRPr lang="pt-BR" dirty="0" smtClean="0"/>
          </a:p>
          <a:p>
            <a:r>
              <a:rPr lang="pt-BR" b="1" dirty="0" smtClean="0"/>
              <a:t>Tabelas:</a:t>
            </a:r>
            <a:r>
              <a:rPr lang="pt-BR" dirty="0" smtClean="0"/>
              <a:t> armazenam os dados </a:t>
            </a:r>
          </a:p>
          <a:p>
            <a:r>
              <a:rPr lang="pt-BR" b="1" dirty="0" smtClean="0"/>
              <a:t>Chaves:</a:t>
            </a:r>
            <a:r>
              <a:rPr lang="pt-BR" dirty="0" smtClean="0"/>
              <a:t> identificam e relacionam registros </a:t>
            </a:r>
          </a:p>
          <a:p>
            <a:r>
              <a:rPr lang="pt-BR" b="1" dirty="0" smtClean="0"/>
              <a:t>INSERT:</a:t>
            </a:r>
            <a:r>
              <a:rPr lang="pt-BR" dirty="0" smtClean="0"/>
              <a:t> insere dados </a:t>
            </a:r>
          </a:p>
          <a:p>
            <a:r>
              <a:rPr lang="pt-BR" b="1" dirty="0" smtClean="0"/>
              <a:t>SELECT:</a:t>
            </a:r>
            <a:r>
              <a:rPr lang="pt-BR" dirty="0" smtClean="0"/>
              <a:t> consulta dados </a:t>
            </a:r>
          </a:p>
          <a:p>
            <a:r>
              <a:rPr lang="pt-BR" b="1" dirty="0" smtClean="0"/>
              <a:t>UPDATE:</a:t>
            </a:r>
            <a:r>
              <a:rPr lang="pt-BR" dirty="0" smtClean="0"/>
              <a:t> altera dados </a:t>
            </a:r>
          </a:p>
          <a:p>
            <a:r>
              <a:rPr lang="pt-BR" b="1" dirty="0" smtClean="0"/>
              <a:t>DELETE:</a:t>
            </a:r>
            <a:r>
              <a:rPr lang="pt-BR" dirty="0" smtClean="0"/>
              <a:t> exclui dados </a:t>
            </a:r>
          </a:p>
          <a:p>
            <a:r>
              <a:rPr lang="pt-BR" b="1" dirty="0" smtClean="0"/>
              <a:t>JOIN:</a:t>
            </a:r>
            <a:r>
              <a:rPr lang="pt-BR" dirty="0" smtClean="0"/>
              <a:t> relaciona tabelas </a:t>
            </a:r>
          </a:p>
          <a:p>
            <a:r>
              <a:rPr lang="pt-BR" b="1" dirty="0" smtClean="0"/>
              <a:t>VIEW:</a:t>
            </a:r>
            <a:r>
              <a:rPr lang="pt-BR" dirty="0" smtClean="0"/>
              <a:t> salva consultas </a:t>
            </a:r>
          </a:p>
          <a:p>
            <a:r>
              <a:rPr lang="pt-BR" b="1" dirty="0" smtClean="0"/>
              <a:t>PROCEDURE:</a:t>
            </a:r>
            <a:r>
              <a:rPr lang="pt-BR" dirty="0" smtClean="0"/>
              <a:t> automatiza tarefas </a:t>
            </a:r>
          </a:p>
          <a:p>
            <a:r>
              <a:rPr lang="pt-BR" b="1" dirty="0" smtClean="0"/>
              <a:t>TRIGGER:</a:t>
            </a:r>
            <a:r>
              <a:rPr lang="pt-BR" dirty="0" smtClean="0"/>
              <a:t> executa ações automáticas</a:t>
            </a:r>
          </a:p>
          <a:p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3071810"/>
            <a:ext cx="2857128" cy="2572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Principais Aprendizados</a:t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Durante </a:t>
            </a:r>
            <a:r>
              <a:rPr lang="pt-BR" dirty="0" smtClean="0"/>
              <a:t>o desenvolvimento foi possível aprender:</a:t>
            </a:r>
          </a:p>
          <a:p>
            <a:r>
              <a:rPr lang="pt-BR" dirty="0" smtClean="0"/>
              <a:t>Como criar e organizar um banco de dados </a:t>
            </a:r>
          </a:p>
          <a:p>
            <a:r>
              <a:rPr lang="pt-BR" dirty="0" smtClean="0"/>
              <a:t>Como relacionar tabelas </a:t>
            </a:r>
          </a:p>
          <a:p>
            <a:r>
              <a:rPr lang="pt-BR" dirty="0" smtClean="0"/>
              <a:t>Como realizar consultas SQL </a:t>
            </a:r>
          </a:p>
          <a:p>
            <a:r>
              <a:rPr lang="pt-BR" dirty="0" smtClean="0"/>
              <a:t>Como criar </a:t>
            </a:r>
            <a:r>
              <a:rPr lang="pt-BR" dirty="0" err="1" smtClean="0"/>
              <a:t>Views</a:t>
            </a:r>
            <a:r>
              <a:rPr lang="pt-BR" dirty="0" smtClean="0"/>
              <a:t> </a:t>
            </a:r>
          </a:p>
          <a:p>
            <a:r>
              <a:rPr lang="pt-BR" dirty="0" smtClean="0"/>
              <a:t>Como utilizar </a:t>
            </a:r>
            <a:r>
              <a:rPr lang="pt-BR" dirty="0" err="1" smtClean="0"/>
              <a:t>Procedures</a:t>
            </a:r>
            <a:r>
              <a:rPr lang="pt-BR" dirty="0" smtClean="0"/>
              <a:t> </a:t>
            </a:r>
          </a:p>
          <a:p>
            <a:r>
              <a:rPr lang="pt-BR" dirty="0" smtClean="0"/>
              <a:t>Como utilizar </a:t>
            </a:r>
            <a:r>
              <a:rPr lang="pt-BR" dirty="0" err="1" smtClean="0"/>
              <a:t>Triggers</a:t>
            </a:r>
            <a:r>
              <a:rPr lang="pt-BR" dirty="0" smtClean="0"/>
              <a:t> </a:t>
            </a:r>
          </a:p>
          <a:p>
            <a:r>
              <a:rPr lang="pt-BR" dirty="0" smtClean="0"/>
              <a:t>Como identificar e corrigir erros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Conclusão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dirty="0" smtClean="0"/>
              <a:t>trabalho permitiu compreender melhor o funcionamento de um banco de dados relacional utilizando </a:t>
            </a:r>
            <a:r>
              <a:rPr lang="pt-BR" b="1" dirty="0" err="1" smtClean="0"/>
              <a:t>MySQL</a:t>
            </a:r>
            <a:r>
              <a:rPr lang="pt-BR" dirty="0" smtClean="0"/>
              <a:t>.</a:t>
            </a:r>
          </a:p>
          <a:p>
            <a:r>
              <a:rPr lang="pt-BR" dirty="0" smtClean="0"/>
              <a:t>Foi possível aprender a organizar informações, realizar consultas e utilizar recursos como </a:t>
            </a:r>
            <a:r>
              <a:rPr lang="pt-BR" b="1" dirty="0" err="1" smtClean="0"/>
              <a:t>Views</a:t>
            </a:r>
            <a:r>
              <a:rPr lang="pt-BR" b="1" dirty="0" smtClean="0"/>
              <a:t>, </a:t>
            </a:r>
            <a:r>
              <a:rPr lang="pt-BR" b="1" dirty="0" err="1" smtClean="0"/>
              <a:t>Procedures</a:t>
            </a:r>
            <a:r>
              <a:rPr lang="pt-BR" b="1" dirty="0" smtClean="0"/>
              <a:t> e </a:t>
            </a:r>
            <a:r>
              <a:rPr lang="pt-BR" b="1" dirty="0" err="1" smtClean="0"/>
              <a:t>Triggers</a:t>
            </a:r>
            <a:r>
              <a:rPr lang="pt-BR" dirty="0" smtClean="0"/>
              <a:t>.</a:t>
            </a:r>
          </a:p>
          <a:p>
            <a:r>
              <a:rPr lang="pt-BR" dirty="0" smtClean="0"/>
              <a:t>Esses conhecimentos podem ser utilizados no desenvolvimento de sistemas reais</a:t>
            </a:r>
            <a:r>
              <a:rPr lang="pt-BR" dirty="0" smtClean="0"/>
              <a:t>.</a:t>
            </a:r>
            <a:endParaRPr lang="pt-BR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39</TotalTime>
  <Words>334</Words>
  <Application>Microsoft Office PowerPoint</Application>
  <PresentationFormat>Apresentação na tela (4:3)</PresentationFormat>
  <Paragraphs>75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Fluxo</vt:lpstr>
      <vt:lpstr> SENAI – Unidade Videira – SC  Curso: Programador de Sistemas da Informação  Disciplina: Lógica de Programação  Docente: Lucas de Mattos  Aluno: Davi da Cruz Moreira </vt:lpstr>
      <vt:lpstr>Introdução </vt:lpstr>
      <vt:lpstr>  Tipo de Banco de Dados MySQL</vt:lpstr>
      <vt:lpstr>            Tabelas Principais tabelas utilizadas </vt:lpstr>
      <vt:lpstr>Relacionamento </vt:lpstr>
      <vt:lpstr>Views </vt:lpstr>
      <vt:lpstr>Procedures</vt:lpstr>
      <vt:lpstr>Triggers </vt:lpstr>
      <vt:lpstr>Principais Recursos </vt:lpstr>
      <vt:lpstr>Principais Aprendizados </vt:lpstr>
      <vt:lpstr>Conclusão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SENAI – Unidade Videira – SC  Curso: Programador de Sistemas da Informação  Disciplina: Lógica de Programação  Docente: Lucas de Mattos  Aluno: Davi da Cruz Moreira</dc:title>
  <dc:creator>Aluno</dc:creator>
  <cp:lastModifiedBy>Aluno</cp:lastModifiedBy>
  <cp:revision>4</cp:revision>
  <dcterms:created xsi:type="dcterms:W3CDTF">2026-10-08T19:28:18Z</dcterms:created>
  <dcterms:modified xsi:type="dcterms:W3CDTF">2026-10-08T20:07:52Z</dcterms:modified>
</cp:coreProperties>
</file>